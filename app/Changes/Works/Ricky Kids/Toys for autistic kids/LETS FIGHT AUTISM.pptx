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8" r:id="rId6"/>
    <p:sldMasterId id="214748369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y="6858000" cx="12192000"/>
  <p:notesSz cx="6858000" cy="9144000"/>
  <p:embeddedFontLs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ZpXhqxHzQoCrn2PExV/WPACjU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9C19B5-FCB0-4416-A0C5-976BAB1FF3CF}">
  <a:tblStyle styleId="{4C9C19B5-FCB0-4416-A0C5-976BAB1FF3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4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7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6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customschemas.google.com/relationships/presentationmetadata" Target="meta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7"/>
          <p:cNvSpPr/>
          <p:nvPr/>
        </p:nvSpPr>
        <p:spPr>
          <a:xfrm rot="2700000">
            <a:off x="612445" y="481888"/>
            <a:ext cx="1080000" cy="1262947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484D"/>
              </a:gs>
              <a:gs pos="30000">
                <a:srgbClr val="2B484D"/>
              </a:gs>
              <a:gs pos="40000">
                <a:srgbClr val="407177"/>
              </a:gs>
              <a:gs pos="60000">
                <a:srgbClr val="2B484D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" name="Google Shape;18;p27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rgbClr val="233B3F"/>
              </a:gs>
              <a:gs pos="50000">
                <a:srgbClr val="233B3F"/>
              </a:gs>
              <a:gs pos="100000">
                <a:srgbClr val="2B484D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" name="Google Shape;19;p27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0A9B4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0" name="Google Shape;20;p27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21" name="Google Shape;21;p27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27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0A9B4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27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2B48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27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2B48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64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27" name="Google Shape;27;p64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" name="Google Shape;28;p64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48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64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48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" name="Google Shape;30;p64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0A9B4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1" name="Google Shape;31;p64"/>
          <p:cNvSpPr txBox="1"/>
          <p:nvPr>
            <p:ph type="title"/>
          </p:nvPr>
        </p:nvSpPr>
        <p:spPr>
          <a:xfrm>
            <a:off x="550862" y="549275"/>
            <a:ext cx="110916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4"/>
          <p:cNvSpPr txBox="1"/>
          <p:nvPr>
            <p:ph idx="1" type="body"/>
          </p:nvPr>
        </p:nvSpPr>
        <p:spPr>
          <a:xfrm>
            <a:off x="550863" y="2113199"/>
            <a:ext cx="11090274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4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4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4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65"/>
          <p:cNvGrpSpPr/>
          <p:nvPr/>
        </p:nvGrpSpPr>
        <p:grpSpPr>
          <a:xfrm>
            <a:off x="242406" y="748159"/>
            <a:ext cx="897877" cy="934082"/>
            <a:chOff x="5129684" y="1232940"/>
            <a:chExt cx="897877" cy="934082"/>
          </a:xfrm>
        </p:grpSpPr>
        <p:sp>
          <p:nvSpPr>
            <p:cNvPr id="38" name="Google Shape;38;p65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65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65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41" name="Google Shape;41;p65"/>
          <p:cNvSpPr txBox="1"/>
          <p:nvPr>
            <p:ph type="title"/>
          </p:nvPr>
        </p:nvSpPr>
        <p:spPr>
          <a:xfrm>
            <a:off x="563563" y="474345"/>
            <a:ext cx="11077574" cy="2954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65"/>
          <p:cNvSpPr txBox="1"/>
          <p:nvPr>
            <p:ph idx="1" type="body"/>
          </p:nvPr>
        </p:nvSpPr>
        <p:spPr>
          <a:xfrm>
            <a:off x="566271" y="3629772"/>
            <a:ext cx="11074866" cy="2678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5"/>
          <p:cNvSpPr/>
          <p:nvPr/>
        </p:nvSpPr>
        <p:spPr>
          <a:xfrm rot="-2700000">
            <a:off x="11209132" y="4448189"/>
            <a:ext cx="999200" cy="1262947"/>
          </a:xfrm>
          <a:custGeom>
            <a:rect b="b" l="l" r="r" t="t"/>
            <a:pathLst>
              <a:path extrusionOk="0" h="1262947" w="999200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0">
                <a:srgbClr val="2B484D"/>
              </a:gs>
              <a:gs pos="30000">
                <a:srgbClr val="2B484D"/>
              </a:gs>
              <a:gs pos="40000">
                <a:srgbClr val="407177"/>
              </a:gs>
              <a:gs pos="60000">
                <a:srgbClr val="2B484D"/>
              </a:gs>
              <a:gs pos="100000">
                <a:schemeClr val="dk2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" name="Google Shape;47;p65"/>
          <p:cNvSpPr/>
          <p:nvPr/>
        </p:nvSpPr>
        <p:spPr>
          <a:xfrm rot="2700000">
            <a:off x="11686937" y="4853516"/>
            <a:ext cx="540000" cy="978284"/>
          </a:xfrm>
          <a:custGeom>
            <a:rect b="b" l="l" r="r" t="t"/>
            <a:pathLst>
              <a:path extrusionOk="0" h="978284" w="540000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rgbClr val="2B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6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0A9B4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50" name="Google Shape;50;p66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51" name="Google Shape;51;p66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484D"/>
                </a:gs>
                <a:gs pos="30000">
                  <a:srgbClr val="2B484D"/>
                </a:gs>
                <a:gs pos="40000">
                  <a:srgbClr val="407177"/>
                </a:gs>
                <a:gs pos="60000">
                  <a:srgbClr val="2B484D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" name="Google Shape;52;p66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33B3F"/>
                </a:gs>
                <a:gs pos="50000">
                  <a:srgbClr val="233B3F"/>
                </a:gs>
                <a:gs pos="100000">
                  <a:srgbClr val="2B484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3" name="Google Shape;53;p66"/>
          <p:cNvSpPr txBox="1"/>
          <p:nvPr>
            <p:ph type="title"/>
          </p:nvPr>
        </p:nvSpPr>
        <p:spPr>
          <a:xfrm>
            <a:off x="550863" y="54927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6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6"/>
          <p:cNvSpPr txBox="1"/>
          <p:nvPr>
            <p:ph idx="2" type="body"/>
          </p:nvPr>
        </p:nvSpPr>
        <p:spPr>
          <a:xfrm>
            <a:off x="6205538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7"/>
          <p:cNvSpPr/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0A9B4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" name="Google Shape;61;p67"/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67"/>
          <p:cNvSpPr txBox="1"/>
          <p:nvPr>
            <p:ph type="title"/>
          </p:nvPr>
        </p:nvSpPr>
        <p:spPr>
          <a:xfrm>
            <a:off x="550862" y="549275"/>
            <a:ext cx="11097551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 txBox="1"/>
          <p:nvPr>
            <p:ph idx="1" type="body"/>
          </p:nvPr>
        </p:nvSpPr>
        <p:spPr>
          <a:xfrm>
            <a:off x="550864" y="1881275"/>
            <a:ext cx="5437186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67"/>
          <p:cNvSpPr txBox="1"/>
          <p:nvPr>
            <p:ph idx="2" type="body"/>
          </p:nvPr>
        </p:nvSpPr>
        <p:spPr>
          <a:xfrm>
            <a:off x="550863" y="2577270"/>
            <a:ext cx="5429114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67"/>
          <p:cNvSpPr txBox="1"/>
          <p:nvPr>
            <p:ph idx="3" type="body"/>
          </p:nvPr>
        </p:nvSpPr>
        <p:spPr>
          <a:xfrm>
            <a:off x="6212024" y="1881275"/>
            <a:ext cx="5436392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b="0" sz="14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4" type="body"/>
          </p:nvPr>
        </p:nvSpPr>
        <p:spPr>
          <a:xfrm>
            <a:off x="6212023" y="2577270"/>
            <a:ext cx="5436391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8"/>
          <p:cNvSpPr txBox="1"/>
          <p:nvPr>
            <p:ph type="title"/>
          </p:nvPr>
        </p:nvSpPr>
        <p:spPr>
          <a:xfrm>
            <a:off x="3359149" y="550799"/>
            <a:ext cx="8283313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8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68"/>
          <p:cNvSpPr/>
          <p:nvPr/>
        </p:nvSpPr>
        <p:spPr>
          <a:xfrm flipH="1" rot="8100000">
            <a:off x="-410727" y="3958416"/>
            <a:ext cx="3536330" cy="1853969"/>
          </a:xfrm>
          <a:custGeom>
            <a:rect b="b" l="l" r="r" t="t"/>
            <a:pathLst>
              <a:path extrusionOk="0" h="1853969" w="3536330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>
            <a:gsLst>
              <a:gs pos="0">
                <a:srgbClr val="2B484D"/>
              </a:gs>
              <a:gs pos="31000">
                <a:srgbClr val="2B484D"/>
              </a:gs>
              <a:gs pos="97000">
                <a:schemeClr val="dk2"/>
              </a:gs>
              <a:gs pos="100000">
                <a:schemeClr val="dk2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" name="Google Shape;76;p68"/>
          <p:cNvSpPr/>
          <p:nvPr/>
        </p:nvSpPr>
        <p:spPr>
          <a:xfrm flipH="1" rot="8100000">
            <a:off x="-481151" y="3649708"/>
            <a:ext cx="3478701" cy="2164843"/>
          </a:xfrm>
          <a:custGeom>
            <a:rect b="b" l="l" r="r" t="t"/>
            <a:pathLst>
              <a:path extrusionOk="0" h="2164843" w="3478701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rgbClr val="70A9B4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" name="Google Shape;77;p68"/>
          <p:cNvSpPr/>
          <p:nvPr/>
        </p:nvSpPr>
        <p:spPr>
          <a:xfrm flipH="1" rot="2700000">
            <a:off x="1512277" y="2840042"/>
            <a:ext cx="214196" cy="933178"/>
          </a:xfrm>
          <a:prstGeom prst="ellipse">
            <a:avLst/>
          </a:prstGeom>
          <a:solidFill>
            <a:srgbClr val="2B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" name="Google Shape;78;p68"/>
          <p:cNvSpPr/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>
            <a:gsLst>
              <a:gs pos="0">
                <a:srgbClr val="1B2F32"/>
              </a:gs>
              <a:gs pos="60000">
                <a:srgbClr val="1B2F32"/>
              </a:gs>
              <a:gs pos="100000">
                <a:srgbClr val="70A9B4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79" name="Google Shape;79;p68"/>
          <p:cNvGrpSpPr/>
          <p:nvPr/>
        </p:nvGrpSpPr>
        <p:grpSpPr>
          <a:xfrm>
            <a:off x="509106" y="1383159"/>
            <a:ext cx="897877" cy="934082"/>
            <a:chOff x="5129684" y="1232940"/>
            <a:chExt cx="897877" cy="934082"/>
          </a:xfrm>
        </p:grpSpPr>
        <p:sp>
          <p:nvSpPr>
            <p:cNvPr id="80" name="Google Shape;80;p68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" name="Google Shape;81;p68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" name="Google Shape;82;p68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70"/>
          <p:cNvGrpSpPr/>
          <p:nvPr/>
        </p:nvGrpSpPr>
        <p:grpSpPr>
          <a:xfrm>
            <a:off x="4752748" y="4823504"/>
            <a:ext cx="1656714" cy="1656714"/>
            <a:chOff x="2481534" y="2139594"/>
            <a:chExt cx="1656714" cy="1656714"/>
          </a:xfrm>
        </p:grpSpPr>
        <p:sp>
          <p:nvSpPr>
            <p:cNvPr id="89" name="Google Shape;89;p70"/>
            <p:cNvSpPr/>
            <p:nvPr/>
          </p:nvSpPr>
          <p:spPr>
            <a:xfrm rot="2700000">
              <a:off x="2769891" y="2336477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484D"/>
                </a:gs>
                <a:gs pos="30000">
                  <a:srgbClr val="2B484D"/>
                </a:gs>
                <a:gs pos="40000">
                  <a:srgbClr val="407177"/>
                </a:gs>
                <a:gs pos="60000">
                  <a:srgbClr val="2B484D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70"/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233B3F"/>
                </a:gs>
                <a:gs pos="50000">
                  <a:srgbClr val="233B3F"/>
                </a:gs>
                <a:gs pos="100000">
                  <a:srgbClr val="2B484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1" name="Google Shape;91;p70"/>
          <p:cNvSpPr txBox="1"/>
          <p:nvPr>
            <p:ph type="title"/>
          </p:nvPr>
        </p:nvSpPr>
        <p:spPr>
          <a:xfrm>
            <a:off x="550863" y="549275"/>
            <a:ext cx="1109027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0"/>
          <p:cNvSpPr txBox="1"/>
          <p:nvPr>
            <p:ph idx="1" type="body"/>
          </p:nvPr>
        </p:nvSpPr>
        <p:spPr>
          <a:xfrm>
            <a:off x="4295775" y="1750060"/>
            <a:ext cx="7345362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70"/>
          <p:cNvSpPr txBox="1"/>
          <p:nvPr>
            <p:ph idx="2" type="body"/>
          </p:nvPr>
        </p:nvSpPr>
        <p:spPr>
          <a:xfrm>
            <a:off x="550863" y="1750060"/>
            <a:ext cx="3565525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7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1"/>
          <p:cNvGrpSpPr/>
          <p:nvPr/>
        </p:nvGrpSpPr>
        <p:grpSpPr>
          <a:xfrm>
            <a:off x="220889" y="4984670"/>
            <a:ext cx="897877" cy="934082"/>
            <a:chOff x="5129684" y="1232940"/>
            <a:chExt cx="897877" cy="934082"/>
          </a:xfrm>
        </p:grpSpPr>
        <p:sp>
          <p:nvSpPr>
            <p:cNvPr id="99" name="Google Shape;99;p71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71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71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484D">
                    <a:alpha val="20000"/>
                  </a:srgbClr>
                </a:gs>
                <a:gs pos="20000">
                  <a:srgbClr val="2B484D">
                    <a:alpha val="20000"/>
                  </a:srgbClr>
                </a:gs>
                <a:gs pos="100000">
                  <a:srgbClr val="DB93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2" name="Google Shape;102;p71"/>
          <p:cNvSpPr txBox="1"/>
          <p:nvPr>
            <p:ph type="title"/>
          </p:nvPr>
        </p:nvSpPr>
        <p:spPr>
          <a:xfrm>
            <a:off x="550863" y="575409"/>
            <a:ext cx="450056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1"/>
          <p:cNvSpPr/>
          <p:nvPr>
            <p:ph idx="2" type="pic"/>
          </p:nvPr>
        </p:nvSpPr>
        <p:spPr>
          <a:xfrm>
            <a:off x="5267324" y="575409"/>
            <a:ext cx="6373813" cy="573331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71"/>
          <p:cNvSpPr txBox="1"/>
          <p:nvPr>
            <p:ph idx="1" type="body"/>
          </p:nvPr>
        </p:nvSpPr>
        <p:spPr>
          <a:xfrm>
            <a:off x="550863" y="1776195"/>
            <a:ext cx="4500562" cy="45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71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1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1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2"/>
          <p:cNvSpPr txBox="1"/>
          <p:nvPr>
            <p:ph type="title"/>
          </p:nvPr>
        </p:nvSpPr>
        <p:spPr>
          <a:xfrm>
            <a:off x="550862" y="503906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2"/>
          <p:cNvSpPr txBox="1"/>
          <p:nvPr>
            <p:ph idx="1" type="body"/>
          </p:nvPr>
        </p:nvSpPr>
        <p:spPr>
          <a:xfrm rot="5400000">
            <a:off x="4107182" y="-1442457"/>
            <a:ext cx="3978963" cy="11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72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2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2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73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3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3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 txBox="1"/>
          <p:nvPr>
            <p:ph idx="11" type="ftr"/>
          </p:nvPr>
        </p:nvSpPr>
        <p:spPr>
          <a:xfrm rot="5400013">
            <a:off x="8951559" y="3225295"/>
            <a:ext cx="3859792" cy="3047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12" type="sldNum"/>
          </p:nvPr>
        </p:nvSpPr>
        <p:spPr>
          <a:xfrm>
            <a:off x="10352544" y="295726"/>
            <a:ext cx="838203" cy="767684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2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2"/>
          <p:cNvSpPr txBox="1"/>
          <p:nvPr/>
        </p:nvSpPr>
        <p:spPr>
          <a:xfrm>
            <a:off x="898297" y="971257"/>
            <a:ext cx="801910" cy="196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2200"/>
              <a:buFont typeface="Arial"/>
              <a:buNone/>
            </a:pPr>
            <a:r>
              <a:rPr b="0" i="0" lang="en-US" sz="12200" u="none" cap="none" strike="noStrike">
                <a:solidFill>
                  <a:srgbClr val="8AD0D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7" name="Google Shape;147;p42"/>
          <p:cNvSpPr txBox="1"/>
          <p:nvPr/>
        </p:nvSpPr>
        <p:spPr>
          <a:xfrm>
            <a:off x="9330491" y="2613784"/>
            <a:ext cx="801910" cy="196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2200"/>
              <a:buFont typeface="Arial"/>
              <a:buNone/>
            </a:pPr>
            <a:r>
              <a:rPr b="0" i="0" lang="en-US" sz="12200" u="none" cap="none" strike="noStrike">
                <a:solidFill>
                  <a:srgbClr val="8AD0D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4"/>
          <p:cNvSpPr txBox="1"/>
          <p:nvPr>
            <p:ph idx="1" type="body"/>
          </p:nvPr>
        </p:nvSpPr>
        <p:spPr>
          <a:xfrm>
            <a:off x="7124703" y="2667003"/>
            <a:ext cx="2932115" cy="3589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1" name="Google Shape;151;p44"/>
          <p:cNvCxnSpPr/>
          <p:nvPr/>
        </p:nvCxnSpPr>
        <p:spPr>
          <a:xfrm>
            <a:off x="3726143" y="2133596"/>
            <a:ext cx="0" cy="3962407"/>
          </a:xfrm>
          <a:prstGeom prst="straightConnector1">
            <a:avLst/>
          </a:prstGeom>
          <a:noFill/>
          <a:ln cap="rnd" cmpd="sng" w="12700">
            <a:solidFill>
              <a:srgbClr val="8AD0D6">
                <a:alpha val="4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2" name="Google Shape;152;p44"/>
          <p:cNvCxnSpPr/>
          <p:nvPr/>
        </p:nvCxnSpPr>
        <p:spPr>
          <a:xfrm>
            <a:off x="6962223" y="2133596"/>
            <a:ext cx="0" cy="3966887"/>
          </a:xfrm>
          <a:prstGeom prst="straightConnector1">
            <a:avLst/>
          </a:prstGeom>
          <a:noFill/>
          <a:ln cap="rnd" cmpd="sng" w="12700">
            <a:solidFill>
              <a:srgbClr val="8AD0D6">
                <a:alpha val="4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3" name="Google Shape;153;p44"/>
          <p:cNvSpPr txBox="1"/>
          <p:nvPr>
            <p:ph idx="10" type="dt"/>
          </p:nvPr>
        </p:nvSpPr>
        <p:spPr>
          <a:xfrm rot="5400013">
            <a:off x="10155637" y="1790697"/>
            <a:ext cx="990596" cy="30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4"/>
          <p:cNvSpPr txBox="1"/>
          <p:nvPr>
            <p:ph idx="11" type="ftr"/>
          </p:nvPr>
        </p:nvSpPr>
        <p:spPr>
          <a:xfrm rot="5400013">
            <a:off x="8951559" y="3225295"/>
            <a:ext cx="3859792" cy="3047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4"/>
          <p:cNvSpPr txBox="1"/>
          <p:nvPr>
            <p:ph idx="12" type="sldNum"/>
          </p:nvPr>
        </p:nvSpPr>
        <p:spPr>
          <a:xfrm>
            <a:off x="10352544" y="295726"/>
            <a:ext cx="838203" cy="767684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2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5"/>
          <p:cNvSpPr txBox="1"/>
          <p:nvPr>
            <p:ph idx="1" type="body"/>
          </p:nvPr>
        </p:nvSpPr>
        <p:spPr>
          <a:xfrm>
            <a:off x="3888019" y="4827209"/>
            <a:ext cx="2934410" cy="65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45"/>
          <p:cNvSpPr txBox="1"/>
          <p:nvPr>
            <p:ph idx="2" type="body"/>
          </p:nvPr>
        </p:nvSpPr>
        <p:spPr>
          <a:xfrm>
            <a:off x="7124703" y="4250945"/>
            <a:ext cx="2932115" cy="5762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AD0D6"/>
                </a:solidFill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45"/>
          <p:cNvSpPr/>
          <p:nvPr>
            <p:ph idx="3" type="pic"/>
          </p:nvPr>
        </p:nvSpPr>
        <p:spPr>
          <a:xfrm>
            <a:off x="7124703" y="2209803"/>
            <a:ext cx="2932115" cy="1524003"/>
          </a:xfrm>
          <a:prstGeom prst="rect">
            <a:avLst/>
          </a:prstGeom>
          <a:noFill/>
          <a:ln>
            <a:noFill/>
          </a:ln>
          <a:effectLst>
            <a:outerShdw algn="tl" dir="5400000" dist="50804">
              <a:srgbClr val="000000">
                <a:alpha val="42745"/>
              </a:srgbClr>
            </a:outerShdw>
          </a:effectLst>
        </p:spPr>
      </p:sp>
      <p:sp>
        <p:nvSpPr>
          <p:cNvPr id="160" name="Google Shape;160;p45"/>
          <p:cNvSpPr txBox="1"/>
          <p:nvPr>
            <p:ph idx="4" type="body"/>
          </p:nvPr>
        </p:nvSpPr>
        <p:spPr>
          <a:xfrm>
            <a:off x="7124575" y="4827209"/>
            <a:ext cx="2936001" cy="65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1" name="Google Shape;161;p45"/>
          <p:cNvCxnSpPr/>
          <p:nvPr/>
        </p:nvCxnSpPr>
        <p:spPr>
          <a:xfrm>
            <a:off x="3726143" y="2133596"/>
            <a:ext cx="0" cy="3962407"/>
          </a:xfrm>
          <a:prstGeom prst="straightConnector1">
            <a:avLst/>
          </a:prstGeom>
          <a:noFill/>
          <a:ln cap="rnd" cmpd="sng" w="12700">
            <a:solidFill>
              <a:srgbClr val="8AD0D6">
                <a:alpha val="4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2" name="Google Shape;162;p45"/>
          <p:cNvCxnSpPr/>
          <p:nvPr/>
        </p:nvCxnSpPr>
        <p:spPr>
          <a:xfrm>
            <a:off x="6962223" y="2133596"/>
            <a:ext cx="0" cy="3966887"/>
          </a:xfrm>
          <a:prstGeom prst="straightConnector1">
            <a:avLst/>
          </a:prstGeom>
          <a:noFill/>
          <a:ln cap="rnd" cmpd="sng" w="12700">
            <a:solidFill>
              <a:srgbClr val="8AD0D6">
                <a:alpha val="4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3" name="Google Shape;163;p45"/>
          <p:cNvSpPr txBox="1"/>
          <p:nvPr>
            <p:ph idx="10" type="dt"/>
          </p:nvPr>
        </p:nvSpPr>
        <p:spPr>
          <a:xfrm rot="5400013">
            <a:off x="10155637" y="1790697"/>
            <a:ext cx="990596" cy="30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5"/>
          <p:cNvSpPr txBox="1"/>
          <p:nvPr>
            <p:ph idx="11" type="ftr"/>
          </p:nvPr>
        </p:nvSpPr>
        <p:spPr>
          <a:xfrm rot="5400013">
            <a:off x="8951559" y="3225295"/>
            <a:ext cx="3859792" cy="3047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5"/>
          <p:cNvSpPr txBox="1"/>
          <p:nvPr>
            <p:ph idx="12" type="sldNum"/>
          </p:nvPr>
        </p:nvSpPr>
        <p:spPr>
          <a:xfrm>
            <a:off x="10352544" y="295726"/>
            <a:ext cx="838203" cy="767684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2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8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8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4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9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0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201" name="Google Shape;201;p50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202" name="Google Shape;202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1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8" name="Google Shape;208;p51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209" name="Google Shape;209;p51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0" name="Google Shape;210;p51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211" name="Google Shape;211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4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4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226" name="Google Shape;226;p54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27" name="Google Shape;227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5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5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33" name="Google Shape;233;p55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34" name="Google Shape;234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6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6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40" name="Google Shape;240;p56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41" name="Google Shape;241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7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7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47" name="Google Shape;247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8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58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53" name="Google Shape;253;p58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54" name="Google Shape;254;p5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5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5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58" name="Google Shape;258;p58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9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59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5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5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0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68" name="Google Shape;268;p60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69" name="Google Shape;269;p60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70" name="Google Shape;270;p60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71" name="Google Shape;271;p60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72" name="Google Shape;272;p60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73" name="Google Shape;273;p6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6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6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6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6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61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81" name="Google Shape;281;p61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82" name="Google Shape;282;p61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83" name="Google Shape;283;p61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84" name="Google Shape;284;p61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85" name="Google Shape;285;p61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86" name="Google Shape;286;p61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87" name="Google Shape;287;p61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88" name="Google Shape;288;p61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89" name="Google Shape;289;p61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61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6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6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6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62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97" name="Google Shape;297;p6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6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6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3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63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03" name="Google Shape;303;p6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6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6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7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5" name="Google Shape;315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1" name="Google Shape;321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7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7" name="Google Shape;327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7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7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7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0" name="Google Shape;340;p7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7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2" name="Google Shape;342;p7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8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8" name="Google Shape;358;p8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8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8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6" name="Google Shape;366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8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2" name="Google Shape;372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8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23" Type="http://schemas.openxmlformats.org/officeDocument/2006/relationships/theme" Target="../theme/theme4.xml"/><Relationship Id="rId1" Type="http://schemas.openxmlformats.org/officeDocument/2006/relationships/image" Target="../media/image18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25.xml"/><Relationship Id="rId6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23" Type="http://schemas.openxmlformats.org/officeDocument/2006/relationships/theme" Target="../theme/theme2.xml"/><Relationship Id="rId1" Type="http://schemas.openxmlformats.org/officeDocument/2006/relationships/image" Target="../media/image27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b="0" i="0" sz="4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47">
          <p15:clr>
            <a:srgbClr val="F26B43"/>
          </p15:clr>
        </p15:guide>
        <p15:guide id="4" pos="7333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824">
          <p15:clr>
            <a:srgbClr val="A4A3A4"/>
          </p15:clr>
        </p15:guide>
        <p15:guide id="8" pos="937">
          <p15:clr>
            <a:srgbClr val="A4A3A4"/>
          </p15:clr>
        </p15:guide>
        <p15:guide id="9" pos="1413">
          <p15:clr>
            <a:srgbClr val="A4A3A4"/>
          </p15:clr>
        </p15:guide>
        <p15:guide id="10" pos="1527">
          <p15:clr>
            <a:srgbClr val="A4A3A4"/>
          </p15:clr>
        </p15:guide>
        <p15:guide id="11" pos="2003">
          <p15:clr>
            <a:srgbClr val="A4A3A4"/>
          </p15:clr>
        </p15:guide>
        <p15:guide id="12" pos="2116">
          <p15:clr>
            <a:srgbClr val="A4A3A4"/>
          </p15:clr>
        </p15:guide>
        <p15:guide id="13" pos="2593">
          <p15:clr>
            <a:srgbClr val="A4A3A4"/>
          </p15:clr>
        </p15:guide>
        <p15:guide id="14" pos="2706">
          <p15:clr>
            <a:srgbClr val="A4A3A4"/>
          </p15:clr>
        </p15:guide>
        <p15:guide id="15" pos="3182">
          <p15:clr>
            <a:srgbClr val="A4A3A4"/>
          </p15:clr>
        </p15:guide>
        <p15:guide id="16" pos="3318">
          <p15:clr>
            <a:srgbClr val="A4A3A4"/>
          </p15:clr>
        </p15:guide>
        <p15:guide id="17" pos="3772">
          <p15:clr>
            <a:srgbClr val="A4A3A4"/>
          </p15:clr>
        </p15:guide>
        <p15:guide id="18" pos="3908">
          <p15:clr>
            <a:srgbClr val="A4A3A4"/>
          </p15:clr>
        </p15:guide>
        <p15:guide id="19" pos="4362">
          <p15:clr>
            <a:srgbClr val="A4A3A4"/>
          </p15:clr>
        </p15:guide>
        <p15:guide id="20" pos="4498">
          <p15:clr>
            <a:srgbClr val="A4A3A4"/>
          </p15:clr>
        </p15:guide>
        <p15:guide id="21" pos="4951">
          <p15:clr>
            <a:srgbClr val="A4A3A4"/>
          </p15:clr>
        </p15:guide>
        <p15:guide id="22" pos="5087">
          <p15:clr>
            <a:srgbClr val="A4A3A4"/>
          </p15:clr>
        </p15:guide>
        <p15:guide id="23" pos="5541">
          <p15:clr>
            <a:srgbClr val="A4A3A4"/>
          </p15:clr>
        </p15:guide>
        <p15:guide id="24" pos="5677">
          <p15:clr>
            <a:srgbClr val="A4A3A4"/>
          </p15:clr>
        </p15:guide>
        <p15:guide id="25" pos="6153">
          <p15:clr>
            <a:srgbClr val="A4A3A4"/>
          </p15:clr>
        </p15:guide>
        <p15:guide id="26" pos="6267">
          <p15:clr>
            <a:srgbClr val="A4A3A4"/>
          </p15:clr>
        </p15:guide>
        <p15:guide id="27" pos="6743">
          <p15:clr>
            <a:srgbClr val="A4A3A4"/>
          </p15:clr>
        </p15:guide>
        <p15:guide id="28" pos="6856">
          <p15:clr>
            <a:srgbClr val="A4A3A4"/>
          </p15:clr>
        </p15:guide>
        <p15:guide id="29" orient="horz" pos="3838">
          <p15:clr>
            <a:srgbClr val="A4A3A4"/>
          </p15:clr>
        </p15:guide>
        <p15:guide id="30" orient="horz" pos="2092">
          <p15:clr>
            <a:srgbClr val="A4A3A4"/>
          </p15:clr>
        </p15:guide>
        <p15:guide id="31" orient="horz" pos="2228">
          <p15:clr>
            <a:srgbClr val="A4A3A4"/>
          </p15:clr>
        </p15:guide>
        <p15:guide id="32" orient="horz" pos="845">
          <p15:clr>
            <a:srgbClr val="A4A3A4"/>
          </p15:clr>
        </p15:guide>
        <p15:guide id="33" orient="horz" pos="958">
          <p15:clr>
            <a:srgbClr val="A4A3A4"/>
          </p15:clr>
        </p15:guide>
        <p15:guide id="34" orient="horz" pos="1480">
          <p15:clr>
            <a:srgbClr val="A4A3A4"/>
          </p15:clr>
        </p15:guide>
        <p15:guide id="35" orient="horz" pos="1593">
          <p15:clr>
            <a:srgbClr val="A4A3A4"/>
          </p15:clr>
        </p15:guide>
        <p15:guide id="36" orient="horz" pos="2727">
          <p15:clr>
            <a:srgbClr val="A4A3A4"/>
          </p15:clr>
        </p15:guide>
        <p15:guide id="37" orient="horz" pos="2840">
          <p15:clr>
            <a:srgbClr val="A4A3A4"/>
          </p15:clr>
        </p15:guide>
        <p15:guide id="38" orient="horz" pos="3339">
          <p15:clr>
            <a:srgbClr val="A4A3A4"/>
          </p15:clr>
        </p15:guide>
        <p15:guide id="39" orient="horz" pos="3475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8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2"/>
            <a:ext cx="4037011" cy="4188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8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1" cy="2365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8"/>
          <p:cNvSpPr/>
          <p:nvPr/>
        </p:nvSpPr>
        <p:spPr>
          <a:xfrm>
            <a:off x="8609011" y="1676396"/>
            <a:ext cx="2819396" cy="2819396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0" y="60000"/>
                </a:ln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gradFill>
            <a:gsLst>
              <a:gs pos="0">
                <a:srgbClr val="50B9C1">
                  <a:alpha val="6666"/>
                </a:srgbClr>
              </a:gs>
              <a:gs pos="100000">
                <a:srgbClr val="50B9C1">
                  <a:alpha val="588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8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08" y="0"/>
            <a:ext cx="1603391" cy="114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8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5" y="6096003"/>
            <a:ext cx="993733" cy="761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8"/>
          <p:cNvSpPr/>
          <p:nvPr/>
        </p:nvSpPr>
        <p:spPr>
          <a:xfrm>
            <a:off x="10437811" y="0"/>
            <a:ext cx="685800" cy="1143000"/>
          </a:xfrm>
          <a:prstGeom prst="rect">
            <a:avLst/>
          </a:prstGeom>
          <a:solidFill>
            <a:srgbClr val="B01513"/>
          </a:solidFill>
          <a:ln>
            <a:noFill/>
          </a:ln>
          <a:effectLst>
            <a:outerShdw algn="tl" dir="5400000" dist="25402">
              <a:srgbClr val="000000">
                <a:alpha val="44705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8"/>
          <p:cNvSpPr txBox="1"/>
          <p:nvPr>
            <p:ph type="title"/>
          </p:nvPr>
        </p:nvSpPr>
        <p:spPr>
          <a:xfrm>
            <a:off x="646115" y="452719"/>
            <a:ext cx="9404722" cy="1400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1103315" y="2052919"/>
            <a:ext cx="8946544" cy="419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10" type="dt"/>
          </p:nvPr>
        </p:nvSpPr>
        <p:spPr>
          <a:xfrm rot="5400013">
            <a:off x="10155637" y="1790697"/>
            <a:ext cx="990596" cy="30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 b="0" i="0" sz="1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11" type="ftr"/>
          </p:nvPr>
        </p:nvSpPr>
        <p:spPr>
          <a:xfrm rot="5400013">
            <a:off x="8951559" y="3225295"/>
            <a:ext cx="3859792" cy="3047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  <a:defRPr b="0" i="0" sz="1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10352544" y="295726"/>
            <a:ext cx="838203" cy="767684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7" name="Google Shape;177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8" name="Google Shape;178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8" name="Google Shape;308;p7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9" name="Google Shape;309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0" name="Google Shape;310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1" name="Google Shape;311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Relationship Id="rId5" Type="http://schemas.openxmlformats.org/officeDocument/2006/relationships/hyperlink" Target="mailto:vijayare@srmist.edu.in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Relationship Id="rId5" Type="http://schemas.openxmlformats.org/officeDocument/2006/relationships/hyperlink" Target="mailto:pushpaldas2001@gmail.com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Relationship Id="rId5" Type="http://schemas.openxmlformats.org/officeDocument/2006/relationships/hyperlink" Target="mailto:abhisrkr007@gmail.com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Relationship Id="rId5" Type="http://schemas.openxmlformats.org/officeDocument/2006/relationships/hyperlink" Target="mailto:as5539@srmist.edu.in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Relationship Id="rId5" Type="http://schemas.openxmlformats.org/officeDocument/2006/relationships/hyperlink" Target="mailto:panakalaryan@gmail.com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Relationship Id="rId5" Type="http://schemas.openxmlformats.org/officeDocument/2006/relationships/hyperlink" Target="mailto:klt.santhosh2002@gmail.com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Relationship Id="rId4" Type="http://schemas.openxmlformats.org/officeDocument/2006/relationships/image" Target="../media/image10.png"/><Relationship Id="rId5" Type="http://schemas.openxmlformats.org/officeDocument/2006/relationships/image" Target="../media/image3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jpg"/><Relationship Id="rId4" Type="http://schemas.openxmlformats.org/officeDocument/2006/relationships/image" Target="../media/image10.png"/><Relationship Id="rId5" Type="http://schemas.openxmlformats.org/officeDocument/2006/relationships/image" Target="../media/image2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jpg"/><Relationship Id="rId4" Type="http://schemas.openxmlformats.org/officeDocument/2006/relationships/image" Target="../media/image33.jpg"/><Relationship Id="rId5" Type="http://schemas.openxmlformats.org/officeDocument/2006/relationships/image" Target="../media/image32.jpg"/><Relationship Id="rId6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5.jp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jpg"/><Relationship Id="rId4" Type="http://schemas.openxmlformats.org/officeDocument/2006/relationships/image" Target="../media/image10.png"/><Relationship Id="rId5" Type="http://schemas.openxmlformats.org/officeDocument/2006/relationships/image" Target="../media/image4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4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2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5" Type="http://schemas.openxmlformats.org/officeDocument/2006/relationships/image" Target="../media/image35.png"/><Relationship Id="rId6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6" name="Google Shape;386;p1"/>
          <p:cNvSpPr txBox="1"/>
          <p:nvPr>
            <p:ph type="ctrTitle"/>
          </p:nvPr>
        </p:nvSpPr>
        <p:spPr>
          <a:xfrm>
            <a:off x="550864" y="1051551"/>
            <a:ext cx="3565524" cy="23848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</a:pPr>
            <a:r>
              <a:rPr lang="en-US" sz="4800"/>
              <a:t>TOYS FOR AUTISTIC KIDS</a:t>
            </a:r>
            <a:endParaRPr/>
          </a:p>
        </p:txBody>
      </p:sp>
      <p:grpSp>
        <p:nvGrpSpPr>
          <p:cNvPr id="387" name="Google Shape;387;p1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388" name="Google Shape;388;p1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484D"/>
                </a:gs>
                <a:gs pos="30000">
                  <a:srgbClr val="2B484D"/>
                </a:gs>
                <a:gs pos="40000">
                  <a:srgbClr val="3A6169"/>
                </a:gs>
                <a:gs pos="60000">
                  <a:srgbClr val="2B484D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2B48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390" name="Google Shape;390;p1"/>
          <p:cNvPicPr preferRelativeResize="0"/>
          <p:nvPr/>
        </p:nvPicPr>
        <p:blipFill rotWithShape="1">
          <a:blip r:embed="rId3">
            <a:alphaModFix/>
          </a:blip>
          <a:srcRect b="-9" l="7926" r="20366" t="0"/>
          <a:stretch/>
        </p:blipFill>
        <p:spPr>
          <a:xfrm>
            <a:off x="4743450" y="10"/>
            <a:ext cx="7448551" cy="6857990"/>
          </a:xfrm>
          <a:custGeom>
            <a:rect b="b" l="l" r="r" t="t"/>
            <a:pathLst>
              <a:path extrusionOk="0" h="6858000" w="7448551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91" name="Google Shape;391;p1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1C2F32">
                  <a:alpha val="0"/>
                </a:srgbClr>
              </a:gs>
              <a:gs pos="28000">
                <a:srgbClr val="1C2F32">
                  <a:alpha val="0"/>
                </a:srgbClr>
              </a:gs>
              <a:gs pos="90000">
                <a:srgbClr val="1C2F32">
                  <a:alpha val="60000"/>
                </a:srgbClr>
              </a:gs>
              <a:gs pos="100000">
                <a:srgbClr val="1C2F32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2" name="Google Shape;392;p1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0A9B4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Logo&#10;&#10;Description automatically generated" id="393" name="Google Shape;3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"/>
          <p:cNvSpPr txBox="1"/>
          <p:nvPr>
            <p:ph idx="4294967295" type="title"/>
          </p:nvPr>
        </p:nvSpPr>
        <p:spPr>
          <a:xfrm>
            <a:off x="565154" y="770884"/>
            <a:ext cx="4133563" cy="339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4200"/>
              <a:buFont typeface="Century Gothic"/>
              <a:buNone/>
            </a:pPr>
            <a:r>
              <a:rPr b="0" i="0" lang="en-US" sz="42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College Name</a:t>
            </a:r>
            <a:endParaRPr/>
          </a:p>
        </p:txBody>
      </p:sp>
      <p:grpSp>
        <p:nvGrpSpPr>
          <p:cNvPr id="399" name="Google Shape;399;p2"/>
          <p:cNvGrpSpPr/>
          <p:nvPr/>
        </p:nvGrpSpPr>
        <p:grpSpPr>
          <a:xfrm>
            <a:off x="2694258" y="1856613"/>
            <a:ext cx="6629867" cy="1882951"/>
            <a:chOff x="2742486" y="2628259"/>
            <a:chExt cx="6629867" cy="1882951"/>
          </a:xfrm>
        </p:grpSpPr>
        <p:sp>
          <p:nvSpPr>
            <p:cNvPr id="400" name="Google Shape;400;p2"/>
            <p:cNvSpPr/>
            <p:nvPr/>
          </p:nvSpPr>
          <p:spPr>
            <a:xfrm>
              <a:off x="2742486" y="2628269"/>
              <a:ext cx="3138229" cy="1882941"/>
            </a:xfrm>
            <a:custGeom>
              <a:rect b="b" l="l" r="r" t="t"/>
              <a:pathLst>
                <a:path extrusionOk="0" h="1882939" w="3138233">
                  <a:moveTo>
                    <a:pt x="0" y="0"/>
                  </a:moveTo>
                  <a:lnTo>
                    <a:pt x="3138233" y="0"/>
                  </a:lnTo>
                  <a:lnTo>
                    <a:pt x="3138233" y="1882939"/>
                  </a:lnTo>
                  <a:lnTo>
                    <a:pt x="0" y="1882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6312"/>
            </a:solidFill>
            <a:ln cap="rnd" cmpd="sng" w="19025">
              <a:solidFill>
                <a:srgbClr val="FFFFFF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118100" lIns="118100" spcFirstLastPara="1" rIns="118100" wrap="square" tIns="1181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SRM Institute of Science and Technology</a:t>
              </a: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6234124" y="2628259"/>
              <a:ext cx="3138229" cy="1882941"/>
            </a:xfrm>
            <a:custGeom>
              <a:rect b="b" l="l" r="r" t="t"/>
              <a:pathLst>
                <a:path extrusionOk="0" h="1882939" w="3138233">
                  <a:moveTo>
                    <a:pt x="0" y="0"/>
                  </a:moveTo>
                  <a:lnTo>
                    <a:pt x="3138233" y="0"/>
                  </a:lnTo>
                  <a:lnTo>
                    <a:pt x="3138233" y="1882939"/>
                  </a:lnTo>
                  <a:lnTo>
                    <a:pt x="0" y="1882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B729"/>
            </a:solidFill>
            <a:ln cap="rnd" cmpd="sng" w="19025">
              <a:solidFill>
                <a:srgbClr val="FFFFFF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118100" lIns="118100" spcFirstLastPara="1" rIns="118100" wrap="square" tIns="11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100"/>
                <a:buFont typeface="Century Gothic"/>
                <a:buNone/>
              </a:pPr>
              <a:r>
                <a:rPr b="0" i="0" lang="en-US" sz="31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Jadavpur University</a:t>
              </a:r>
              <a:endParaRPr/>
            </a:p>
          </p:txBody>
        </p:sp>
      </p:grpSp>
      <p:sp>
        <p:nvSpPr>
          <p:cNvPr id="402" name="Google Shape;402;p2"/>
          <p:cNvSpPr txBox="1"/>
          <p:nvPr/>
        </p:nvSpPr>
        <p:spPr>
          <a:xfrm>
            <a:off x="4724403" y="3200400"/>
            <a:ext cx="2743200" cy="369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403" name="Google Shape;4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"/>
          <p:cNvSpPr/>
          <p:nvPr/>
        </p:nvSpPr>
        <p:spPr>
          <a:xfrm>
            <a:off x="4524930" y="4661545"/>
            <a:ext cx="3138229" cy="1882941"/>
          </a:xfrm>
          <a:custGeom>
            <a:rect b="b" l="l" r="r" t="t"/>
            <a:pathLst>
              <a:path extrusionOk="0" h="1882939" w="3138233">
                <a:moveTo>
                  <a:pt x="0" y="0"/>
                </a:moveTo>
                <a:lnTo>
                  <a:pt x="3138233" y="0"/>
                </a:lnTo>
                <a:lnTo>
                  <a:pt x="3138233" y="1882939"/>
                </a:lnTo>
                <a:lnTo>
                  <a:pt x="0" y="1882939"/>
                </a:lnTo>
                <a:lnTo>
                  <a:pt x="0" y="0"/>
                </a:lnTo>
                <a:close/>
              </a:path>
            </a:pathLst>
          </a:custGeom>
          <a:solidFill>
            <a:srgbClr val="E6B729"/>
          </a:solidFill>
          <a:ln cap="rnd" cmpd="sng" w="19025">
            <a:solidFill>
              <a:srgbClr val="FFFFFF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118100" lIns="118100" spcFirstLastPara="1" rIns="118100" wrap="square" tIns="11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Indian Institute of Engineering and Technology.</a:t>
            </a:r>
            <a:endParaRPr b="0" i="0" sz="3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Faculty guide details.</a:t>
            </a:r>
            <a:endParaRPr/>
          </a:p>
        </p:txBody>
      </p:sp>
      <p:grpSp>
        <p:nvGrpSpPr>
          <p:cNvPr id="410" name="Google Shape;410;p3"/>
          <p:cNvGrpSpPr/>
          <p:nvPr/>
        </p:nvGrpSpPr>
        <p:grpSpPr>
          <a:xfrm>
            <a:off x="4694543" y="1038046"/>
            <a:ext cx="5590410" cy="5189348"/>
            <a:chOff x="0" y="4060"/>
            <a:chExt cx="5590410" cy="5189348"/>
          </a:xfrm>
        </p:grpSpPr>
        <p:sp>
          <p:nvSpPr>
            <p:cNvPr id="411" name="Google Shape;411;p3"/>
            <p:cNvSpPr/>
            <p:nvPr/>
          </p:nvSpPr>
          <p:spPr>
            <a:xfrm>
              <a:off x="0" y="4060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261629" y="198661"/>
              <a:ext cx="475690" cy="47569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998949" y="4060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"/>
            <p:cNvSpPr txBox="1"/>
            <p:nvPr/>
          </p:nvSpPr>
          <p:spPr>
            <a:xfrm>
              <a:off x="998949" y="4060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           Dr E VIJAYARAGAVAN.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0" y="1085174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261629" y="1279775"/>
              <a:ext cx="475690" cy="47569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998949" y="1085174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"/>
            <p:cNvSpPr txBox="1"/>
            <p:nvPr/>
          </p:nvSpPr>
          <p:spPr>
            <a:xfrm>
              <a:off x="998949" y="1085174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 </a:t>
              </a:r>
              <a:r>
                <a:rPr b="0" i="0" lang="en-US" sz="1800" u="sng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vijayare@srmist.edu.in</a:t>
              </a: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 .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0" y="2166289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261629" y="2360889"/>
              <a:ext cx="475690" cy="47569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998949" y="2166289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"/>
            <p:cNvSpPr txBox="1"/>
            <p:nvPr/>
          </p:nvSpPr>
          <p:spPr>
            <a:xfrm>
              <a:off x="998949" y="2166289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Mechanical Engineering. 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0" y="3247403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261629" y="3442004"/>
              <a:ext cx="475690" cy="47569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998949" y="3247403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"/>
            <p:cNvSpPr txBox="1"/>
            <p:nvPr/>
          </p:nvSpPr>
          <p:spPr>
            <a:xfrm>
              <a:off x="998949" y="3247403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 Not applicable.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0" y="4328517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261629" y="4523118"/>
              <a:ext cx="475690" cy="47569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998949" y="4328517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"/>
            <p:cNvSpPr txBox="1"/>
            <p:nvPr/>
          </p:nvSpPr>
          <p:spPr>
            <a:xfrm>
              <a:off x="998949" y="4328517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9884214710.</a:t>
              </a:r>
              <a:endParaRPr/>
            </a:p>
          </p:txBody>
        </p:sp>
      </p:grpSp>
      <p:pic>
        <p:nvPicPr>
          <p:cNvPr descr="Logo&#10;&#10;Description automatically generated" id="431" name="Google Shape;43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"/>
          <p:cNvSpPr txBox="1"/>
          <p:nvPr>
            <p:ph idx="4294967295" type="ctrTitle"/>
          </p:nvPr>
        </p:nvSpPr>
        <p:spPr>
          <a:xfrm>
            <a:off x="4739746" y="768333"/>
            <a:ext cx="6479630" cy="28664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6500"/>
              <a:buFont typeface="Century Gothic"/>
              <a:buNone/>
            </a:pPr>
            <a:r>
              <a:rPr b="0" i="0" lang="en-US" sz="65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 member details</a:t>
            </a:r>
            <a:endParaRPr/>
          </a:p>
        </p:txBody>
      </p:sp>
      <p:pic>
        <p:nvPicPr>
          <p:cNvPr descr="Large skydiving group mid-air" id="437" name="Google Shape;437;p4"/>
          <p:cNvPicPr preferRelativeResize="0"/>
          <p:nvPr/>
        </p:nvPicPr>
        <p:blipFill rotWithShape="1">
          <a:blip r:embed="rId3">
            <a:alphaModFix/>
          </a:blip>
          <a:srcRect b="3" l="30575" r="28897" t="0"/>
          <a:stretch/>
        </p:blipFill>
        <p:spPr>
          <a:xfrm>
            <a:off x="18" y="0"/>
            <a:ext cx="41733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38" name="Google Shape;4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TEAM MEMBER 1</a:t>
            </a:r>
            <a:endParaRPr/>
          </a:p>
        </p:txBody>
      </p:sp>
      <p:grpSp>
        <p:nvGrpSpPr>
          <p:cNvPr id="444" name="Google Shape;444;p5"/>
          <p:cNvGrpSpPr/>
          <p:nvPr/>
        </p:nvGrpSpPr>
        <p:grpSpPr>
          <a:xfrm>
            <a:off x="4700415" y="1037890"/>
            <a:ext cx="5714235" cy="4989636"/>
            <a:chOff x="0" y="3904"/>
            <a:chExt cx="5714235" cy="4989636"/>
          </a:xfrm>
        </p:grpSpPr>
        <p:sp>
          <p:nvSpPr>
            <p:cNvPr id="445" name="Google Shape;445;p5"/>
            <p:cNvSpPr/>
            <p:nvPr/>
          </p:nvSpPr>
          <p:spPr>
            <a:xfrm>
              <a:off x="0" y="3904"/>
              <a:ext cx="5714235" cy="83160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251560" y="191015"/>
              <a:ext cx="457383" cy="45738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960505" y="3904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"/>
            <p:cNvSpPr txBox="1"/>
            <p:nvPr/>
          </p:nvSpPr>
          <p:spPr>
            <a:xfrm>
              <a:off x="960505" y="3904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                  Ahel Das Chatterjee.</a:t>
              </a:r>
              <a:endPara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0" y="1043411"/>
              <a:ext cx="5714235" cy="83160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251560" y="1230523"/>
              <a:ext cx="457383" cy="45738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960505" y="1043411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"/>
            <p:cNvSpPr txBox="1"/>
            <p:nvPr/>
          </p:nvSpPr>
          <p:spPr>
            <a:xfrm>
              <a:off x="960505" y="1043411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 aheldc@gmail.com.</a:t>
              </a:r>
              <a:endPara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0" y="2082919"/>
              <a:ext cx="5714235" cy="83160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251560" y="2270030"/>
              <a:ext cx="457383" cy="45738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960505" y="2082919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"/>
            <p:cNvSpPr txBox="1"/>
            <p:nvPr/>
          </p:nvSpPr>
          <p:spPr>
            <a:xfrm>
              <a:off x="960505" y="2082919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Computer Science and Technology.</a:t>
              </a:r>
              <a:endPara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0" y="3122427"/>
              <a:ext cx="5714235" cy="83160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251560" y="3309538"/>
              <a:ext cx="457383" cy="45738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960505" y="3122427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"/>
            <p:cNvSpPr txBox="1"/>
            <p:nvPr/>
          </p:nvSpPr>
          <p:spPr>
            <a:xfrm>
              <a:off x="960505" y="3122427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 3rd year.</a:t>
              </a:r>
              <a:endPara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0" y="4161934"/>
              <a:ext cx="5714235" cy="83160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251560" y="4349046"/>
              <a:ext cx="457383" cy="45738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960505" y="4161934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"/>
            <p:cNvSpPr txBox="1"/>
            <p:nvPr/>
          </p:nvSpPr>
          <p:spPr>
            <a:xfrm>
              <a:off x="960505" y="4161934"/>
              <a:ext cx="4753730" cy="831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8617791548</a:t>
              </a:r>
              <a:endParaRPr/>
            </a:p>
          </p:txBody>
        </p:sp>
      </p:grpSp>
      <p:pic>
        <p:nvPicPr>
          <p:cNvPr descr="Logo&#10;&#10;Description automatically generated" id="465" name="Google Shape;46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TEAM MEMBER 2</a:t>
            </a:r>
            <a:endParaRPr/>
          </a:p>
        </p:txBody>
      </p:sp>
      <p:grpSp>
        <p:nvGrpSpPr>
          <p:cNvPr id="471" name="Google Shape;471;p6"/>
          <p:cNvGrpSpPr/>
          <p:nvPr/>
        </p:nvGrpSpPr>
        <p:grpSpPr>
          <a:xfrm>
            <a:off x="4694543" y="1038046"/>
            <a:ext cx="5590410" cy="5189348"/>
            <a:chOff x="0" y="4060"/>
            <a:chExt cx="5590410" cy="5189348"/>
          </a:xfrm>
        </p:grpSpPr>
        <p:sp>
          <p:nvSpPr>
            <p:cNvPr id="472" name="Google Shape;472;p6"/>
            <p:cNvSpPr/>
            <p:nvPr/>
          </p:nvSpPr>
          <p:spPr>
            <a:xfrm>
              <a:off x="0" y="4060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261629" y="198661"/>
              <a:ext cx="475690" cy="47569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998949" y="4060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 txBox="1"/>
            <p:nvPr/>
          </p:nvSpPr>
          <p:spPr>
            <a:xfrm>
              <a:off x="998949" y="4060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                 Pushpal Das 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0" y="1085174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261629" y="1279775"/>
              <a:ext cx="475690" cy="47569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998949" y="1085174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"/>
            <p:cNvSpPr txBox="1"/>
            <p:nvPr/>
          </p:nvSpPr>
          <p:spPr>
            <a:xfrm>
              <a:off x="998949" y="1085174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 </a:t>
              </a:r>
              <a:r>
                <a:rPr b="0" i="0" lang="en-US" sz="1400" u="sng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pushpaldas2001@gmail.com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 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0" y="2166289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1629" y="2360889"/>
              <a:ext cx="475690" cy="47569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998949" y="2166289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 txBox="1"/>
            <p:nvPr/>
          </p:nvSpPr>
          <p:spPr>
            <a:xfrm>
              <a:off x="998949" y="2166289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Electronics and Communication Engineering 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0" y="3247403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261629" y="3442004"/>
              <a:ext cx="475690" cy="47569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998949" y="3247403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 txBox="1"/>
            <p:nvPr/>
          </p:nvSpPr>
          <p:spPr>
            <a:xfrm>
              <a:off x="998949" y="3247403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 3rd year . 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0" y="4328517"/>
              <a:ext cx="5590410" cy="86489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261629" y="4523118"/>
              <a:ext cx="475690" cy="47569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998949" y="4328517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 txBox="1"/>
            <p:nvPr/>
          </p:nvSpPr>
          <p:spPr>
            <a:xfrm>
              <a:off x="998949" y="4328517"/>
              <a:ext cx="4591461" cy="864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525" lIns="91525" spcFirstLastPara="1" rIns="91525" wrap="square" tIns="9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8910497557 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descr="Logo&#10;&#10;Description automatically generated" id="492" name="Google Shape;49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TEAM MEMBER 3</a:t>
            </a:r>
            <a:endParaRPr/>
          </a:p>
        </p:txBody>
      </p:sp>
      <p:grpSp>
        <p:nvGrpSpPr>
          <p:cNvPr id="498" name="Google Shape;498;p7"/>
          <p:cNvGrpSpPr/>
          <p:nvPr/>
        </p:nvGrpSpPr>
        <p:grpSpPr>
          <a:xfrm>
            <a:off x="4696762" y="1046177"/>
            <a:ext cx="5580886" cy="5075227"/>
            <a:chOff x="0" y="3971"/>
            <a:chExt cx="5580886" cy="5075227"/>
          </a:xfrm>
        </p:grpSpPr>
        <p:sp>
          <p:nvSpPr>
            <p:cNvPr id="499" name="Google Shape;499;p7"/>
            <p:cNvSpPr/>
            <p:nvPr/>
          </p:nvSpPr>
          <p:spPr>
            <a:xfrm>
              <a:off x="0" y="3971"/>
              <a:ext cx="5580886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255876" y="194292"/>
              <a:ext cx="465229" cy="46522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976981" y="3971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 txBox="1"/>
            <p:nvPr/>
          </p:nvSpPr>
          <p:spPr>
            <a:xfrm>
              <a:off x="976981" y="3971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                Abhishek Sarkar.</a:t>
              </a:r>
              <a:endParaRPr b="0" i="0" sz="1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0" y="1061310"/>
              <a:ext cx="5580886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255876" y="1251631"/>
              <a:ext cx="465229" cy="46522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976981" y="1061310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 txBox="1"/>
            <p:nvPr/>
          </p:nvSpPr>
          <p:spPr>
            <a:xfrm>
              <a:off x="976981" y="1061310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 </a:t>
              </a:r>
              <a:r>
                <a:rPr b="0" i="0" lang="en-US" sz="1700" u="sng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abhisrkr007@gmail.com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 .</a:t>
              </a:r>
              <a:endParaRPr b="1" i="0" sz="1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0" y="2118649"/>
              <a:ext cx="5580886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255876" y="2308970"/>
              <a:ext cx="465229" cy="46522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976981" y="2118649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 txBox="1"/>
            <p:nvPr/>
          </p:nvSpPr>
          <p:spPr>
            <a:xfrm>
              <a:off x="976981" y="2118649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Electronics and Teleommunication Engineering.</a:t>
              </a:r>
              <a:endParaRPr b="0" i="0" sz="1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0" y="3175988"/>
              <a:ext cx="5580886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255876" y="3366309"/>
              <a:ext cx="465229" cy="46522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976981" y="3175988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 txBox="1"/>
            <p:nvPr/>
          </p:nvSpPr>
          <p:spPr>
            <a:xfrm>
              <a:off x="976981" y="3175988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 3rd year.</a:t>
              </a:r>
              <a:endParaRPr b="0" i="0" sz="1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0" y="4233327"/>
              <a:ext cx="5580886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255876" y="4423648"/>
              <a:ext cx="465229" cy="46522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976981" y="4233327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 txBox="1"/>
            <p:nvPr/>
          </p:nvSpPr>
          <p:spPr>
            <a:xfrm>
              <a:off x="976981" y="4233327"/>
              <a:ext cx="4603904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6290782054</a:t>
              </a:r>
              <a:r>
                <a:rPr b="1" i="0" lang="en-US" sz="1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</a:t>
              </a:r>
              <a:endParaRPr b="0" i="0" sz="1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descr="Logo&#10;&#10;Description automatically generated" id="519" name="Google Shape;51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TEAM MEMBER 4</a:t>
            </a:r>
            <a:endParaRPr/>
          </a:p>
        </p:txBody>
      </p:sp>
      <p:grpSp>
        <p:nvGrpSpPr>
          <p:cNvPr id="525" name="Google Shape;525;p8"/>
          <p:cNvGrpSpPr/>
          <p:nvPr/>
        </p:nvGrpSpPr>
        <p:grpSpPr>
          <a:xfrm>
            <a:off x="4696762" y="1046177"/>
            <a:ext cx="5415633" cy="5075227"/>
            <a:chOff x="0" y="3971"/>
            <a:chExt cx="5415633" cy="5075227"/>
          </a:xfrm>
        </p:grpSpPr>
        <p:sp>
          <p:nvSpPr>
            <p:cNvPr id="526" name="Google Shape;526;p8"/>
            <p:cNvSpPr/>
            <p:nvPr/>
          </p:nvSpPr>
          <p:spPr>
            <a:xfrm>
              <a:off x="0" y="3971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255876" y="194292"/>
              <a:ext cx="465229" cy="46522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976981" y="3971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8"/>
            <p:cNvSpPr txBox="1"/>
            <p:nvPr/>
          </p:nvSpPr>
          <p:spPr>
            <a:xfrm>
              <a:off x="976981" y="3971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                Suriya Devalan AR.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0" name="Google Shape;530;p8"/>
            <p:cNvSpPr/>
            <p:nvPr/>
          </p:nvSpPr>
          <p:spPr>
            <a:xfrm>
              <a:off x="0" y="1061310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>
              <a:off x="255876" y="1251631"/>
              <a:ext cx="465229" cy="46522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976981" y="1061310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8"/>
            <p:cNvSpPr txBox="1"/>
            <p:nvPr/>
          </p:nvSpPr>
          <p:spPr>
            <a:xfrm>
              <a:off x="976981" y="1061310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 </a:t>
              </a:r>
              <a:r>
                <a:rPr b="0" i="0" lang="en-US" sz="1800" u="sng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as5539@srmist.edu.in</a:t>
              </a: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 </a:t>
              </a:r>
              <a:endPara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8"/>
            <p:cNvSpPr/>
            <p:nvPr/>
          </p:nvSpPr>
          <p:spPr>
            <a:xfrm>
              <a:off x="0" y="2118649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8"/>
            <p:cNvSpPr/>
            <p:nvPr/>
          </p:nvSpPr>
          <p:spPr>
            <a:xfrm>
              <a:off x="255876" y="2308970"/>
              <a:ext cx="465229" cy="46522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976981" y="2118649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8"/>
            <p:cNvSpPr txBox="1"/>
            <p:nvPr/>
          </p:nvSpPr>
          <p:spPr>
            <a:xfrm>
              <a:off x="976981" y="2118649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Mechanical Engineering.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8"/>
            <p:cNvSpPr/>
            <p:nvPr/>
          </p:nvSpPr>
          <p:spPr>
            <a:xfrm>
              <a:off x="0" y="3175988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8"/>
            <p:cNvSpPr/>
            <p:nvPr/>
          </p:nvSpPr>
          <p:spPr>
            <a:xfrm>
              <a:off x="255876" y="3366309"/>
              <a:ext cx="465229" cy="46522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8"/>
            <p:cNvSpPr/>
            <p:nvPr/>
          </p:nvSpPr>
          <p:spPr>
            <a:xfrm>
              <a:off x="976981" y="3175988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8"/>
            <p:cNvSpPr txBox="1"/>
            <p:nvPr/>
          </p:nvSpPr>
          <p:spPr>
            <a:xfrm>
              <a:off x="976981" y="3175988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 3rd year.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8"/>
            <p:cNvSpPr/>
            <p:nvPr/>
          </p:nvSpPr>
          <p:spPr>
            <a:xfrm>
              <a:off x="0" y="4233327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8"/>
            <p:cNvSpPr/>
            <p:nvPr/>
          </p:nvSpPr>
          <p:spPr>
            <a:xfrm>
              <a:off x="255876" y="4423648"/>
              <a:ext cx="465229" cy="46522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8"/>
            <p:cNvSpPr/>
            <p:nvPr/>
          </p:nvSpPr>
          <p:spPr>
            <a:xfrm>
              <a:off x="976981" y="4233327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8"/>
            <p:cNvSpPr txBox="1"/>
            <p:nvPr/>
          </p:nvSpPr>
          <p:spPr>
            <a:xfrm>
              <a:off x="976981" y="4233327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8072137976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descr="Logo&#10;&#10;Description automatically generated" id="546" name="Google Shape;54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TEAM MEMBER 5</a:t>
            </a:r>
            <a:endParaRPr/>
          </a:p>
        </p:txBody>
      </p:sp>
      <p:grpSp>
        <p:nvGrpSpPr>
          <p:cNvPr id="552" name="Google Shape;552;p9"/>
          <p:cNvGrpSpPr/>
          <p:nvPr/>
        </p:nvGrpSpPr>
        <p:grpSpPr>
          <a:xfrm>
            <a:off x="4696762" y="1046177"/>
            <a:ext cx="5415633" cy="5075227"/>
            <a:chOff x="0" y="3971"/>
            <a:chExt cx="5415633" cy="5075227"/>
          </a:xfrm>
        </p:grpSpPr>
        <p:sp>
          <p:nvSpPr>
            <p:cNvPr id="553" name="Google Shape;553;p9"/>
            <p:cNvSpPr/>
            <p:nvPr/>
          </p:nvSpPr>
          <p:spPr>
            <a:xfrm>
              <a:off x="0" y="3971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255876" y="194292"/>
              <a:ext cx="465229" cy="46522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976981" y="3971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9"/>
            <p:cNvSpPr txBox="1"/>
            <p:nvPr/>
          </p:nvSpPr>
          <p:spPr>
            <a:xfrm>
              <a:off x="976981" y="3971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entury Gothic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                Aryan Nikhil</a:t>
              </a:r>
              <a:endParaRPr b="0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0" y="1061310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255876" y="1251631"/>
              <a:ext cx="465229" cy="46522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976981" y="1061310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9"/>
            <p:cNvSpPr txBox="1"/>
            <p:nvPr/>
          </p:nvSpPr>
          <p:spPr>
            <a:xfrm>
              <a:off x="976981" y="1061310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entury Gothic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 </a:t>
              </a:r>
              <a:r>
                <a:rPr b="0" i="0" lang="en-US" sz="1500" u="sng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panakalaryan@gmail.com</a:t>
              </a:r>
              <a:r>
                <a:rPr b="0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 </a:t>
              </a:r>
              <a:endParaRPr b="1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0" y="2118649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255876" y="2308970"/>
              <a:ext cx="465229" cy="46522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976981" y="2118649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9"/>
            <p:cNvSpPr txBox="1"/>
            <p:nvPr/>
          </p:nvSpPr>
          <p:spPr>
            <a:xfrm>
              <a:off x="976981" y="2118649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entury Gothic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Computer science engineering.</a:t>
              </a:r>
              <a:endParaRPr b="0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0" y="3175988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255876" y="3366309"/>
              <a:ext cx="465229" cy="46522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976981" y="3175988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9"/>
            <p:cNvSpPr txBox="1"/>
            <p:nvPr/>
          </p:nvSpPr>
          <p:spPr>
            <a:xfrm>
              <a:off x="976981" y="3175988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entury Gothic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 3rd year.</a:t>
              </a:r>
              <a:endParaRPr b="0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0" y="4233327"/>
              <a:ext cx="5415633" cy="84587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255876" y="4423648"/>
              <a:ext cx="465229" cy="46522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976981" y="4233327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9"/>
            <p:cNvSpPr txBox="1"/>
            <p:nvPr/>
          </p:nvSpPr>
          <p:spPr>
            <a:xfrm>
              <a:off x="976981" y="4233327"/>
              <a:ext cx="4438651" cy="845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500" lIns="89500" spcFirstLastPara="1" rIns="89500" wrap="square" tIns="8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entury Gothic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99781 15598.</a:t>
              </a:r>
              <a:endParaRPr b="0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descr="Logo&#10;&#10;Description automatically generated" id="573" name="Google Shape;57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0"/>
          <p:cNvSpPr txBox="1"/>
          <p:nvPr>
            <p:ph type="title"/>
          </p:nvPr>
        </p:nvSpPr>
        <p:spPr>
          <a:xfrm>
            <a:off x="565151" y="770889"/>
            <a:ext cx="4133560" cy="3395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TEAM MEMBER 6</a:t>
            </a:r>
            <a:endParaRPr/>
          </a:p>
        </p:txBody>
      </p:sp>
      <p:grpSp>
        <p:nvGrpSpPr>
          <p:cNvPr id="579" name="Google Shape;579;p10"/>
          <p:cNvGrpSpPr/>
          <p:nvPr/>
        </p:nvGrpSpPr>
        <p:grpSpPr>
          <a:xfrm>
            <a:off x="4805063" y="822915"/>
            <a:ext cx="5564610" cy="5407480"/>
            <a:chOff x="0" y="4231"/>
            <a:chExt cx="5564610" cy="5407480"/>
          </a:xfrm>
        </p:grpSpPr>
        <p:sp>
          <p:nvSpPr>
            <p:cNvPr id="580" name="Google Shape;580;p10"/>
            <p:cNvSpPr/>
            <p:nvPr/>
          </p:nvSpPr>
          <p:spPr>
            <a:xfrm>
              <a:off x="0" y="4231"/>
              <a:ext cx="5564610" cy="90124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272627" y="207011"/>
              <a:ext cx="495685" cy="49568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0"/>
            <p:cNvSpPr/>
            <p:nvPr/>
          </p:nvSpPr>
          <p:spPr>
            <a:xfrm>
              <a:off x="1040940" y="4231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0"/>
            <p:cNvSpPr txBox="1"/>
            <p:nvPr/>
          </p:nvSpPr>
          <p:spPr>
            <a:xfrm>
              <a:off x="1040940" y="4231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NAME                   Santhosh Kumar. R.</a:t>
              </a:r>
              <a:endParaRPr/>
            </a:p>
          </p:txBody>
        </p:sp>
        <p:sp>
          <p:nvSpPr>
            <p:cNvPr id="584" name="Google Shape;584;p10"/>
            <p:cNvSpPr/>
            <p:nvPr/>
          </p:nvSpPr>
          <p:spPr>
            <a:xfrm>
              <a:off x="0" y="1130789"/>
              <a:ext cx="5564610" cy="90124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0"/>
            <p:cNvSpPr/>
            <p:nvPr/>
          </p:nvSpPr>
          <p:spPr>
            <a:xfrm>
              <a:off x="272627" y="1333570"/>
              <a:ext cx="495685" cy="49568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0"/>
            <p:cNvSpPr/>
            <p:nvPr/>
          </p:nvSpPr>
          <p:spPr>
            <a:xfrm>
              <a:off x="1040940" y="1130789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0"/>
            <p:cNvSpPr txBox="1"/>
            <p:nvPr/>
          </p:nvSpPr>
          <p:spPr>
            <a:xfrm>
              <a:off x="1040940" y="1130789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EMAIL ID          </a:t>
              </a:r>
              <a:r>
                <a:rPr b="0" i="0" lang="en-US" sz="1400" u="sng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klt.santhosh2002@gmail.com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 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8" name="Google Shape;588;p10"/>
            <p:cNvSpPr/>
            <p:nvPr/>
          </p:nvSpPr>
          <p:spPr>
            <a:xfrm>
              <a:off x="0" y="2257348"/>
              <a:ext cx="5564610" cy="90124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0"/>
            <p:cNvSpPr/>
            <p:nvPr/>
          </p:nvSpPr>
          <p:spPr>
            <a:xfrm>
              <a:off x="272627" y="2460128"/>
              <a:ext cx="495685" cy="49568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0"/>
            <p:cNvSpPr/>
            <p:nvPr/>
          </p:nvSpPr>
          <p:spPr>
            <a:xfrm>
              <a:off x="1040940" y="2257348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0"/>
            <p:cNvSpPr txBox="1"/>
            <p:nvPr/>
          </p:nvSpPr>
          <p:spPr>
            <a:xfrm>
              <a:off x="1040940" y="2257348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DISCIPLINE      Electronics and Communication Engineering.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2" name="Google Shape;592;p10"/>
            <p:cNvSpPr/>
            <p:nvPr/>
          </p:nvSpPr>
          <p:spPr>
            <a:xfrm>
              <a:off x="0" y="3383906"/>
              <a:ext cx="5564610" cy="90124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0"/>
            <p:cNvSpPr/>
            <p:nvPr/>
          </p:nvSpPr>
          <p:spPr>
            <a:xfrm>
              <a:off x="272627" y="3586687"/>
              <a:ext cx="495685" cy="49568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0"/>
            <p:cNvSpPr/>
            <p:nvPr/>
          </p:nvSpPr>
          <p:spPr>
            <a:xfrm>
              <a:off x="1040940" y="3383906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0"/>
            <p:cNvSpPr txBox="1"/>
            <p:nvPr/>
          </p:nvSpPr>
          <p:spPr>
            <a:xfrm>
              <a:off x="1040940" y="3383906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YEAR               3rd year.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6" name="Google Shape;596;p10"/>
            <p:cNvSpPr/>
            <p:nvPr/>
          </p:nvSpPr>
          <p:spPr>
            <a:xfrm>
              <a:off x="0" y="4510465"/>
              <a:ext cx="5564610" cy="901246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0"/>
            <p:cNvSpPr/>
            <p:nvPr/>
          </p:nvSpPr>
          <p:spPr>
            <a:xfrm>
              <a:off x="272627" y="4713245"/>
              <a:ext cx="495685" cy="49568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0"/>
            <p:cNvSpPr/>
            <p:nvPr/>
          </p:nvSpPr>
          <p:spPr>
            <a:xfrm>
              <a:off x="1040940" y="4510465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0"/>
            <p:cNvSpPr txBox="1"/>
            <p:nvPr/>
          </p:nvSpPr>
          <p:spPr>
            <a:xfrm>
              <a:off x="1040940" y="4510465"/>
              <a:ext cx="4523669" cy="901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           9677867812.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descr="Logo&#10;&#10;Description automatically generated" id="600" name="Google Shape;60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1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6" name="Google Shape;606;p11"/>
          <p:cNvSpPr txBox="1"/>
          <p:nvPr/>
        </p:nvSpPr>
        <p:spPr>
          <a:xfrm>
            <a:off x="4120727" y="-59912"/>
            <a:ext cx="642750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ABSTRACT</a:t>
            </a:r>
            <a:endParaRPr/>
          </a:p>
        </p:txBody>
      </p:sp>
      <p:pic>
        <p:nvPicPr>
          <p:cNvPr descr="Chart, bar chart, histogram&#10;&#10;Description automatically generated" id="607" name="Google Shape;6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6482" y="1356915"/>
            <a:ext cx="7543890" cy="5497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08" name="Google Shape;6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2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4" name="Google Shape;614;p12"/>
          <p:cNvSpPr txBox="1"/>
          <p:nvPr>
            <p:ph idx="4294967295" type="title"/>
          </p:nvPr>
        </p:nvSpPr>
        <p:spPr>
          <a:xfrm>
            <a:off x="752851" y="1862917"/>
            <a:ext cx="3682051" cy="74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 cap="none" strike="noStrik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STATEMENT</a:t>
            </a:r>
            <a:endParaRPr/>
          </a:p>
        </p:txBody>
      </p:sp>
      <p:pic>
        <p:nvPicPr>
          <p:cNvPr descr="Chart, histogram&#10;&#10;Description automatically generated" id="615" name="Google Shape;6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9058" y="3429838"/>
            <a:ext cx="4606064" cy="3342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16" name="Google Shape;6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17" name="Google Shape;61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1942" y="88152"/>
            <a:ext cx="4698693" cy="3174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3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3" name="Google Shape;623;p13"/>
          <p:cNvSpPr txBox="1"/>
          <p:nvPr/>
        </p:nvSpPr>
        <p:spPr>
          <a:xfrm>
            <a:off x="4010558" y="500112"/>
            <a:ext cx="642750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pic>
        <p:nvPicPr>
          <p:cNvPr descr="Chart, bar chart&#10;&#10;Description automatically generated" id="624" name="Google Shape;6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6506" y="96987"/>
            <a:ext cx="4193049" cy="3191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25" name="Google Shape;6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bar chart&#10;&#10;Description automatically generated" id="626" name="Google Shape;62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7503" y="2495388"/>
            <a:ext cx="3252847" cy="432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4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2" name="Google Shape;632;p14"/>
          <p:cNvSpPr txBox="1"/>
          <p:nvPr/>
        </p:nvSpPr>
        <p:spPr>
          <a:xfrm>
            <a:off x="3928152" y="418575"/>
            <a:ext cx="725155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MODEL</a:t>
            </a:r>
            <a:endParaRPr/>
          </a:p>
        </p:txBody>
      </p:sp>
      <p:sp>
        <p:nvSpPr>
          <p:cNvPr id="633" name="Google Shape;633;p14"/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sp>
        <p:nvSpPr>
          <p:cNvPr id="634" name="Google Shape;634;p14"/>
          <p:cNvSpPr txBox="1"/>
          <p:nvPr/>
        </p:nvSpPr>
        <p:spPr>
          <a:xfrm>
            <a:off x="4867275" y="3343274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pic>
        <p:nvPicPr>
          <p:cNvPr descr="Logo&#10;&#10;Description automatically generated" id="635" name="Google Shape;6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4"/>
          <p:cNvSpPr txBox="1"/>
          <p:nvPr/>
        </p:nvSpPr>
        <p:spPr>
          <a:xfrm>
            <a:off x="4880472" y="244207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F2D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HARDWARE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engineering drawing&#10;&#10;Description automatically generated" id="637" name="Google Shape;6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610124"/>
            <a:ext cx="5029199" cy="324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device, gauge&#10;&#10;Description automatically generated" id="638" name="Google Shape;63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3050" y="3232602"/>
            <a:ext cx="4313104" cy="343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5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4" name="Google Shape;644;p15"/>
          <p:cNvSpPr txBox="1"/>
          <p:nvPr/>
        </p:nvSpPr>
        <p:spPr>
          <a:xfrm>
            <a:off x="3928152" y="418575"/>
            <a:ext cx="725155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MODELS</a:t>
            </a:r>
            <a:endParaRPr b="0" i="0" sz="24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Diagram, engineering drawing&#10;&#10;Description automatically generated" id="645" name="Google Shape;6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339" y="1344933"/>
            <a:ext cx="3715179" cy="219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46" name="Google Shape;64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0263" y="1348026"/>
            <a:ext cx="3597950" cy="2191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47" name="Google Shape;6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9341" y="4299828"/>
            <a:ext cx="3715179" cy="2433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48" name="Google Shape;6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0262" y="4298333"/>
            <a:ext cx="3597950" cy="24362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49" name="Google Shape;64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6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5" name="Google Shape;655;p16"/>
          <p:cNvSpPr txBox="1"/>
          <p:nvPr/>
        </p:nvSpPr>
        <p:spPr>
          <a:xfrm>
            <a:off x="3928152" y="418575"/>
            <a:ext cx="725155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MODEL</a:t>
            </a:r>
            <a:endParaRPr/>
          </a:p>
        </p:txBody>
      </p:sp>
      <p:pic>
        <p:nvPicPr>
          <p:cNvPr descr="Logo&#10;&#10;Description automatically generated" id="656" name="Google Shape;6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al user interface&#10;&#10;Description automatically generated" id="657" name="Google Shape;6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9653" y="60618"/>
            <a:ext cx="4028501" cy="3422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indoor, player&#10;&#10;Description automatically generated" id="658" name="Google Shape;6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5388" y="4334795"/>
            <a:ext cx="7278477" cy="226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7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4" name="Google Shape;664;p17"/>
          <p:cNvSpPr txBox="1"/>
          <p:nvPr/>
        </p:nvSpPr>
        <p:spPr>
          <a:xfrm>
            <a:off x="3928152" y="418575"/>
            <a:ext cx="725155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MODEL</a:t>
            </a:r>
            <a:endParaRPr/>
          </a:p>
        </p:txBody>
      </p:sp>
      <p:pic>
        <p:nvPicPr>
          <p:cNvPr descr="Diagram, engineering drawing&#10;&#10;Description automatically generated" id="665" name="Google Shape;6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7724" y="1047615"/>
            <a:ext cx="4926564" cy="2648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66" name="Google Shape;6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67" name="Google Shape;6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9569" y="4006356"/>
            <a:ext cx="4662795" cy="2688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8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3" name="Google Shape;673;p18"/>
          <p:cNvSpPr txBox="1"/>
          <p:nvPr>
            <p:ph idx="4294967295" type="body"/>
          </p:nvPr>
        </p:nvSpPr>
        <p:spPr>
          <a:xfrm>
            <a:off x="5101995" y="1033784"/>
            <a:ext cx="6624251" cy="6100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4" name="Google Shape;674;p18"/>
          <p:cNvSpPr txBox="1"/>
          <p:nvPr/>
        </p:nvSpPr>
        <p:spPr>
          <a:xfrm>
            <a:off x="3859426" y="665503"/>
            <a:ext cx="725155" cy="60456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 DIAGRAM</a:t>
            </a:r>
            <a:endParaRPr/>
          </a:p>
        </p:txBody>
      </p:sp>
      <p:pic>
        <p:nvPicPr>
          <p:cNvPr descr="Logo&#10;&#10;Description automatically generated" id="675" name="Google Shape;6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ineering drawing&#10;&#10;Description automatically generated"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5219" y="241211"/>
            <a:ext cx="5185272" cy="2932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ineering drawing&#10;&#10;Description automatically generated" id="677" name="Google Shape;6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919" y="3531932"/>
            <a:ext cx="5598404" cy="3191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3" name="Google Shape;683;p19"/>
          <p:cNvSpPr txBox="1"/>
          <p:nvPr/>
        </p:nvSpPr>
        <p:spPr>
          <a:xfrm>
            <a:off x="3928152" y="225780"/>
            <a:ext cx="725155" cy="5557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MODEL</a:t>
            </a:r>
            <a:endParaRPr/>
          </a:p>
        </p:txBody>
      </p:sp>
      <p:sp>
        <p:nvSpPr>
          <p:cNvPr id="684" name="Google Shape;684;p19"/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sp>
        <p:nvSpPr>
          <p:cNvPr id="685" name="Google Shape;685;p19"/>
          <p:cNvSpPr txBox="1"/>
          <p:nvPr/>
        </p:nvSpPr>
        <p:spPr>
          <a:xfrm>
            <a:off x="4867275" y="3343274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pic>
        <p:nvPicPr>
          <p:cNvPr descr="Logo&#10;&#10;Description automatically generated"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0954" y="1824952"/>
            <a:ext cx="7544717" cy="503506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/>
        </p:nvSpPr>
        <p:spPr>
          <a:xfrm>
            <a:off x="4880472" y="244207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F2D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66F2D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0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4" name="Google Shape;694;p20"/>
          <p:cNvSpPr txBox="1"/>
          <p:nvPr/>
        </p:nvSpPr>
        <p:spPr>
          <a:xfrm>
            <a:off x="4139309" y="115613"/>
            <a:ext cx="789420" cy="60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ALGORITHM</a:t>
            </a:r>
            <a:endParaRPr b="0" i="0" sz="24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5" name="Google Shape;695;p20"/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sp>
        <p:nvSpPr>
          <p:cNvPr id="696" name="Google Shape;696;p20"/>
          <p:cNvSpPr txBox="1"/>
          <p:nvPr/>
        </p:nvSpPr>
        <p:spPr>
          <a:xfrm>
            <a:off x="4867275" y="3343274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pic>
        <p:nvPicPr>
          <p:cNvPr descr="Logo&#10;&#10;Description automatically generated" id="697" name="Google Shape;6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698" name="Google Shape;6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0955" y="1210900"/>
            <a:ext cx="7507993" cy="52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0"/>
          <p:cNvSpPr txBox="1"/>
          <p:nvPr/>
        </p:nvSpPr>
        <p:spPr>
          <a:xfrm>
            <a:off x="4880472" y="-242371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66F2D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F2D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FRONT-END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1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5" name="Google Shape;705;p21"/>
          <p:cNvSpPr txBox="1"/>
          <p:nvPr/>
        </p:nvSpPr>
        <p:spPr>
          <a:xfrm>
            <a:off x="4139309" y="115613"/>
            <a:ext cx="789420" cy="60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ALGORITHM</a:t>
            </a:r>
            <a:endParaRPr b="0" i="0" sz="24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6" name="Google Shape;706;p21"/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sp>
        <p:nvSpPr>
          <p:cNvPr id="707" name="Google Shape;707;p21"/>
          <p:cNvSpPr txBox="1"/>
          <p:nvPr/>
        </p:nvSpPr>
        <p:spPr>
          <a:xfrm>
            <a:off x="4867275" y="3343274"/>
            <a:ext cx="2743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  <a:endParaRPr/>
          </a:p>
        </p:txBody>
      </p:sp>
      <p:pic>
        <p:nvPicPr>
          <p:cNvPr descr="Logo&#10;&#10;Description automatically generated" id="708" name="Google Shape;7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21"/>
          <p:cNvSpPr txBox="1"/>
          <p:nvPr/>
        </p:nvSpPr>
        <p:spPr>
          <a:xfrm>
            <a:off x="4880472" y="-242371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66F2D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F2D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BACK-END</a:t>
            </a:r>
            <a:endParaRPr/>
          </a:p>
        </p:txBody>
      </p:sp>
      <p:pic>
        <p:nvPicPr>
          <p:cNvPr descr="Diagram&#10;&#10;Description automatically generated" id="710" name="Google Shape;7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3100" y="398290"/>
            <a:ext cx="5414787" cy="6382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2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I                                                   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CONSTRAINTS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6" name="Google Shape;716;p22"/>
          <p:cNvSpPr txBox="1"/>
          <p:nvPr>
            <p:ph idx="4294967295" type="body"/>
          </p:nvPr>
        </p:nvSpPr>
        <p:spPr>
          <a:xfrm>
            <a:off x="5101995" y="1033784"/>
            <a:ext cx="6624251" cy="6100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Diagram&#10;&#10;Description automatically generated" id="717" name="Google Shape;7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7557" y="698653"/>
            <a:ext cx="5442332" cy="5451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18" name="Google Shape;7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3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      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O</a:t>
            </a:r>
            <a:r>
              <a:rPr lang="en-US" sz="2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S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T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                                           </a:t>
            </a: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ESTIMATION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 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4" name="Google Shape;724;p23"/>
          <p:cNvSpPr txBox="1"/>
          <p:nvPr>
            <p:ph idx="4294967295" type="body"/>
          </p:nvPr>
        </p:nvSpPr>
        <p:spPr>
          <a:xfrm>
            <a:off x="5101995" y="1033784"/>
            <a:ext cx="6624251" cy="6100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725" name="Google Shape;725;p23"/>
          <p:cNvGraphicFramePr/>
          <p:nvPr/>
        </p:nvGraphicFramePr>
        <p:xfrm>
          <a:off x="4718891" y="137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{4C9C19B5-FCB0-4416-A0C5-976BAB1FF3CF}</a:tableStyleId>
              </a:tblPr>
              <a:tblGrid>
                <a:gridCol w="848100"/>
                <a:gridCol w="848100"/>
                <a:gridCol w="1059500"/>
                <a:gridCol w="837900"/>
              </a:tblGrid>
              <a:tr h="36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PRODUCT         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    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NAME</a:t>
                      </a:r>
                      <a:endParaRPr sz="9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 PRODUCTION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/>
                        <a:t>         COST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/>
                        <a:t>        (in Rs)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</a:t>
                      </a:r>
                      <a:r>
                        <a:rPr lang="en-US" sz="900"/>
                        <a:t>     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/>
                        <a:t>     COST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/>
                        <a:t>    (</a:t>
                      </a:r>
                      <a:r>
                        <a:rPr b="1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Rs)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5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Servo motor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50-100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220-400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Stepper motor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150-300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500-600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HC-05 Bluetooth Module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100-150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400-500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L239 CNC shield for Arduino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300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Arduino 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UNO R3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200-300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500-800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Radial 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bearings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150-200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400-500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Smooth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rods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100-250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400-600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Logo&#10;&#10;Description automatically generated" id="726" name="Google Shape;7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7" name="Google Shape;727;p23"/>
          <p:cNvGraphicFramePr/>
          <p:nvPr/>
        </p:nvGraphicFramePr>
        <p:xfrm>
          <a:off x="8253822" y="38127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{4C9C19B5-FCB0-4416-A0C5-976BAB1FF3CF}</a:tableStyleId>
              </a:tblPr>
              <a:tblGrid>
                <a:gridCol w="860300"/>
                <a:gridCol w="860300"/>
                <a:gridCol w="1074725"/>
                <a:gridCol w="849950"/>
              </a:tblGrid>
              <a:tr h="35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/>
                        <a:t>PRODUCT         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    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NAME</a:t>
                      </a:r>
                      <a:endParaRPr sz="9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 PRODUCTION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/>
                        <a:t>         COST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       (in Rs)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</a:t>
                      </a:r>
                      <a:r>
                        <a:rPr lang="en-US" sz="900"/>
                        <a:t> 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/>
                        <a:t>   COST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US" sz="9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  (in Rs)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5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</a:rPr>
                        <a:t>Thread rods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250-400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0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</a:rPr>
                        <a:t>Linear motion ball 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</a:rPr>
                        <a:t>bearing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300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600-700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Coupling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100-150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329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entury Gothic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Jumper wires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100-150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entury Gothic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 switch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150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entury Gothic"/>
                        <a:buNone/>
                      </a:pPr>
                      <a:r>
                        <a:rPr b="0" i="0" lang="en-US" sz="900" u="sng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 source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1400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4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  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3" name="Google Shape;733;p24"/>
          <p:cNvSpPr txBox="1"/>
          <p:nvPr>
            <p:ph idx="4294967295" type="body"/>
          </p:nvPr>
        </p:nvSpPr>
        <p:spPr>
          <a:xfrm>
            <a:off x="4927561" y="1125591"/>
            <a:ext cx="6624251" cy="6100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734" name="Google Shape;7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24"/>
          <p:cNvPicPr preferRelativeResize="0"/>
          <p:nvPr/>
        </p:nvPicPr>
        <p:blipFill rotWithShape="1">
          <a:blip r:embed="rId4">
            <a:alphaModFix/>
          </a:blip>
          <a:srcRect b="69" l="29272" r="27272" t="12662"/>
          <a:stretch/>
        </p:blipFill>
        <p:spPr>
          <a:xfrm>
            <a:off x="9075723" y="1311486"/>
            <a:ext cx="1798346" cy="2529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ineering drawing&#10;&#10;Description automatically generated" id="736" name="Google Shape;736;p24"/>
          <p:cNvPicPr preferRelativeResize="0"/>
          <p:nvPr/>
        </p:nvPicPr>
        <p:blipFill rotWithShape="1">
          <a:blip r:embed="rId5">
            <a:alphaModFix/>
          </a:blip>
          <a:srcRect b="2666" l="18834" r="12780" t="16667"/>
          <a:stretch/>
        </p:blipFill>
        <p:spPr>
          <a:xfrm>
            <a:off x="4880475" y="1123515"/>
            <a:ext cx="3037570" cy="2416348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4"/>
          <p:cNvSpPr txBox="1"/>
          <p:nvPr/>
        </p:nvSpPr>
        <p:spPr>
          <a:xfrm>
            <a:off x="3928152" y="1841587"/>
            <a:ext cx="725155" cy="31762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entury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</a:t>
            </a:r>
            <a:endParaRPr/>
          </a:p>
        </p:txBody>
      </p:sp>
      <p:pic>
        <p:nvPicPr>
          <p:cNvPr id="738" name="Google Shape;7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1703" y="4787402"/>
            <a:ext cx="3339946" cy="188273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24"/>
          <p:cNvSpPr/>
          <p:nvPr/>
        </p:nvSpPr>
        <p:spPr>
          <a:xfrm>
            <a:off x="8190752" y="3716140"/>
            <a:ext cx="486578" cy="98233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4"/>
          <p:cNvSpPr/>
          <p:nvPr/>
        </p:nvSpPr>
        <p:spPr>
          <a:xfrm>
            <a:off x="8026935" y="1715189"/>
            <a:ext cx="807904" cy="817085"/>
          </a:xfrm>
          <a:prstGeom prst="mathPlus">
            <a:avLst>
              <a:gd fmla="val 23520" name="adj1"/>
            </a:avLst>
          </a:prstGeom>
          <a:solidFill>
            <a:srgbClr val="C0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5"/>
          <p:cNvSpPr/>
          <p:nvPr/>
        </p:nvSpPr>
        <p:spPr>
          <a:xfrm>
            <a:off x="0" y="0"/>
            <a:ext cx="4653308" cy="6858000"/>
          </a:xfrm>
          <a:prstGeom prst="rect">
            <a:avLst/>
          </a:prstGeom>
          <a:solidFill>
            <a:srgbClr val="B01513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  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C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O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N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C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L 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U 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S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 I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O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                                                         N</a:t>
            </a:r>
            <a:endParaRPr b="0" i="0" sz="2000" u="none" cap="none" strike="noStrike">
              <a:solidFill>
                <a:srgbClr val="EA631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6" name="Google Shape;746;p25"/>
          <p:cNvSpPr txBox="1"/>
          <p:nvPr>
            <p:ph idx="4294967295" type="body"/>
          </p:nvPr>
        </p:nvSpPr>
        <p:spPr>
          <a:xfrm>
            <a:off x="5101995" y="1033784"/>
            <a:ext cx="6624251" cy="6100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AD0D6"/>
              </a:buClr>
              <a:buSzPts val="1600"/>
              <a:buFont typeface="Noto Sans Symbols"/>
              <a:buNone/>
            </a:pPr>
            <a:r>
              <a:t/>
            </a:r>
            <a:endParaRPr b="0" i="0" sz="2000" u="sng" cap="none" strike="noStrike">
              <a:solidFill>
                <a:srgbClr val="50B9C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747" name="Google Shape;7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9436" y="37535"/>
            <a:ext cx="796888" cy="62266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25"/>
          <p:cNvSpPr txBox="1"/>
          <p:nvPr/>
        </p:nvSpPr>
        <p:spPr>
          <a:xfrm>
            <a:off x="5146713" y="850135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Predicted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furniture, table, worktable, dining table&#10;&#10;Description automatically generated" id="749" name="Google Shape;7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5220" y="1327221"/>
            <a:ext cx="6764356" cy="505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DFloatVTI">
  <a:themeElements>
    <a:clrScheme name="AnalogousFromDarkSeedLeftStep">
      <a:dk1>
        <a:srgbClr val="000000"/>
      </a:dk1>
      <a:lt1>
        <a:srgbClr val="FFFFFF"/>
      </a:lt1>
      <a:dk2>
        <a:srgbClr val="1C2F32"/>
      </a:dk2>
      <a:lt2>
        <a:srgbClr val="F0F3F0"/>
      </a:lt2>
      <a:accent1>
        <a:srgbClr val="C34DBC"/>
      </a:accent1>
      <a:accent2>
        <a:srgbClr val="873BB1"/>
      </a:accent2>
      <a:accent3>
        <a:srgbClr val="674DC3"/>
      </a:accent3>
      <a:accent4>
        <a:srgbClr val="3E54B3"/>
      </a:accent4>
      <a:accent5>
        <a:srgbClr val="4D95C3"/>
      </a:accent5>
      <a:accent6>
        <a:srgbClr val="3BB1AE"/>
      </a:accent6>
      <a:hlink>
        <a:srgbClr val="3F78B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o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2021-11-13T05:13:01Z</dcterms:created>
</cp:coreProperties>
</file>